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778240" y="594360"/>
            <a:ext cx="2286000" cy="1097280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38360" y="1874519"/>
            <a:ext cx="1554480" cy="1554480"/>
          </a:xfrm>
          <a:prstGeom prst="round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46720" y="3886200"/>
            <a:ext cx="2926080" cy="1463040"/>
          </a:xfrm>
          <a:prstGeom prst="roundRect">
            <a:avLst/>
          </a:prstGeom>
          <a:solidFill>
            <a:srgbClr val="254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5FDCD8"/>
                </a:solidFill>
                <a:latin typeface="Aptos"/>
              </a:defRPr>
            </a:pPr>
            <a:r>
              <a:t>DSA PROJECT  •  INDUSTRIAL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7498079" cy="914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SmartFactory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132320" cy="10972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500" b="0">
                <a:solidFill>
                  <a:srgbClr val="DCE8F2"/>
                </a:solidFill>
                <a:latin typeface="Aptos"/>
              </a:defRPr>
            </a:pPr>
            <a:r>
              <a:t>Industrial Production</a:t>
            </a:r>
          </a:p>
          <a:p>
            <a:pPr algn="l">
              <a:spcAft>
                <a:spcPts val="600"/>
              </a:spcAft>
              <a:defRPr sz="2500" b="0">
                <a:solidFill>
                  <a:srgbClr val="DCE8F2"/>
                </a:solidFill>
                <a:latin typeface="Aptos"/>
              </a:defRPr>
            </a:pPr>
            <a:r>
              <a:t>Analytics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7040880" cy="7315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Presented by: Tejasree Jakka and Team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DSA • Java • Machine-data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0"/>
            <a:ext cx="45720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A0B4C7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WHY SMARTFACTORY?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029200" cy="914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142743"/>
                </a:solidFill>
                <a:latin typeface="Aptos"/>
              </a:defRPr>
            </a:pPr>
            <a:r>
              <a:t>Industrial data is useful only when it can be searched, organized and analyzed.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15768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93776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Machine records contain operational measurements and failure indicators.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29000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319272"/>
            <a:ext cx="493776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Finding records or fault patterns can take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42232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032504"/>
            <a:ext cx="493776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Production decisions may involve constraints, assignments and capacity.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466344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64008" cy="141732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728216"/>
            <a:ext cx="43434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4343400" cy="7589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Goal: demonstrate DSA algorithms on industrial machine data using Java.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337560"/>
            <a:ext cx="466344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337560"/>
            <a:ext cx="64008" cy="141732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465576"/>
            <a:ext cx="43434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Current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4343400" cy="7589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A DSA demonstration on a dataset, not a live factory-control or failure-prediction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Objectives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WHAT THE PROJECT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33832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3832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Search &amp;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27249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Find patterns in machine identifiers, codes and text using string algorithms.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33832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338328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63240" cy="27249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Explore edit distance, operation order and feasible combinations using DP.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83280" cy="33832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33832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63240" cy="27249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Demonstrate flow, approximation, randomized and parallel concepts.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Scope: Java-based educational prototype. Actual supported features depend on the implemented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HOW DATA MOVES THROUGH SMARTFACTORY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23160" cy="20116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64008" cy="20116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56816"/>
            <a:ext cx="210312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01  Load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103120" cy="13533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Read machine records from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560320"/>
            <a:ext cx="3657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089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423160" cy="20116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64008" cy="201168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1956816"/>
            <a:ext cx="210312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02  Select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23160"/>
            <a:ext cx="2103120" cy="13533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Choose a DSA 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2560320"/>
            <a:ext cx="3657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089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828800"/>
            <a:ext cx="2423160" cy="20116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1828800"/>
            <a:ext cx="64008" cy="20116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1956816"/>
            <a:ext cx="210312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03 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423160"/>
            <a:ext cx="2103120" cy="13533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Run the selected 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2560320"/>
            <a:ext cx="3657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089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828800"/>
            <a:ext cx="2423160" cy="20116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828800"/>
            <a:ext cx="64008" cy="201168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59" y="1956816"/>
            <a:ext cx="210312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04  View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423160"/>
            <a:ext cx="2103120" cy="13533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Display matches, costs or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4C5F73"/>
                </a:solidFill>
                <a:latin typeface="Aptos"/>
              </a:defRPr>
            </a:pPr>
            <a:r>
              <a:t>The menu connects modules, and each module demonstrates a different algorithmic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Modules 1–2: Search &amp; Indexing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FINDING PATTERNS IN FACTORY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String searching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KMP, Z-Function and Rabin–Karp search for a pattern; a Trie supports word lookup.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242316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Suffix structures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Suffix Array and LCP Array organize suffixes and help inspect repeated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Why these?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They demonstrate different ways to find patterns and structure text for repeated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05840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Example: search for a machine code or fault keyword in a text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005840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KMP uses prefix information to avoid repeated comparisons.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Module 3: Data Quality &amp;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MAKING ENTRIES AND COMBINATIONS MANAGEABLE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Edit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Measure edits needed to change one machine or production entry into another.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242316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Matrix-chain 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Choose an efficient order for multiplying a chain of matrices.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Bitmask / subset 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Represent selected items and explore feasible combinations.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05840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4C5F73"/>
                </a:solidFill>
                <a:latin typeface="Aptos"/>
              </a:defRPr>
            </a:pPr>
            <a:r>
              <a:t>Why these? They address text correction, operation ordering and selection under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Module 4: Flow &amp; 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MODELING CAPACITY AND ELIGIBILITY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Maximum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Ford–Fulkerson, Edmonds–Karp and Dinic calculate flow through capacity-limited edges.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242316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Min-cut &amp;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Minimum cut can reveal a bottleneck; bipartite matching assigns eligible workers or activities to machines.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Why these?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Factory movement and resource assignment can be represented as graph problems.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05840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4C5F73"/>
                </a:solidFill>
                <a:latin typeface="Aptos"/>
              </a:defRPr>
            </a:pPr>
            <a:r>
              <a:t>Why these? Material flow and resource assignment can be modeled as graph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Module 5: Constraints &amp; Approximation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MANAGING CONFLICTS AND COMPETING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Represent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Use SAT / 3-SAT to express logical production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242316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Reduce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Connect related problems such as CLIQUE, Independent Set and Vertex Cover.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Approximate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A Vertex-Cover 2-approximation covers conflict edges with a selected set of vertices.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05840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4C5F73"/>
                </a:solidFill>
                <a:latin typeface="Aptos"/>
              </a:defRPr>
            </a:pPr>
            <a:r>
              <a:t>Why these? Reductions explain relationships between hard problems; approximation offers practical 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Module 6: Randomized &amp; Parallel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PROCESSING LARGER OR CHANGING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Randomized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Use controlled randomness where appropriate for efficient algorithmic approaches.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242316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Parallel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Split suitable work across tasks; speed depends on workload and overhead.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83280" cy="24231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28216"/>
            <a:ext cx="30632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Why these?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063240" cy="17647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They introduce approaches for scaling analysis; measure performance rather than assume parallel is always faster.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05840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4C5F73"/>
                </a:solidFill>
                <a:latin typeface="Aptos"/>
              </a:defRPr>
            </a:pPr>
            <a:r>
              <a:t>Why these? They introduce methods for scaling analysis; actual performance should be tested.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End-to-End Use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FROM MACHINE RECORD TO USEFUL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64207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548640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Collect: Machine, order, quality and maintenance records.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77440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548640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Find: Search an ID or fault keyword in records.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090672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980944"/>
            <a:ext cx="548640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Clean: Use edit distance to compare similar or mistyped entries.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803904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694176"/>
            <a:ext cx="548640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Route: Model material movement or resource assignment as a graph.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517136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07408"/>
            <a:ext cx="548640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C5F73"/>
                </a:solidFill>
                <a:latin typeface="Aptos"/>
              </a:defRPr>
            </a:pPr>
            <a:r>
              <a:t>Decide: Summarize data using suitable sequential or parallel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737360"/>
            <a:ext cx="41148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1737360"/>
            <a:ext cx="64008" cy="123444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1865376"/>
            <a:ext cx="379476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31720"/>
            <a:ext cx="3794760" cy="5760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CSV records and user-selected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246120"/>
            <a:ext cx="411480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49440" y="3246120"/>
            <a:ext cx="64008" cy="123444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3374136"/>
            <a:ext cx="379476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840480"/>
            <a:ext cx="3794760" cy="5760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Selected DSA algorithm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754880"/>
            <a:ext cx="411480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49440" y="4754880"/>
            <a:ext cx="64008" cy="105156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4882896"/>
            <a:ext cx="379476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349240"/>
            <a:ext cx="3794760" cy="393191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Matches, costs, assignments or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Why These Algorithms?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DESIGN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64207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24128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4C5F73"/>
                </a:solidFill>
                <a:latin typeface="Aptos"/>
              </a:defRPr>
            </a:pPr>
            <a:r>
              <a:t>Each algorithm maps to a distinct task: Searching, text indexing, optimization, flow, constraints or scaling.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77440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1024128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4C5F73"/>
                </a:solidFill>
                <a:latin typeface="Aptos"/>
              </a:defRPr>
            </a:pPr>
            <a:r>
              <a:t>Broad DSA coverage The project demonstrates several DSA concepts within one industrial use case.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090672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980944"/>
            <a:ext cx="1024128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4C5F73"/>
                </a:solidFill>
                <a:latin typeface="Aptos"/>
              </a:defRPr>
            </a:pPr>
            <a:r>
              <a:t>Other algorithms are possible Choice depends on input, constraints, output, correctness and complexity.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803904"/>
            <a:ext cx="109728" cy="109728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694176"/>
            <a:ext cx="1024128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4C5F73"/>
                </a:solidFill>
                <a:latin typeface="Aptos"/>
              </a:defRPr>
            </a:pPr>
            <a:r>
              <a:t>Important Claim an algorithm as implemented only if it is present in the working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008991"/>
                </a:solidFill>
                <a:latin typeface="Aptos"/>
              </a:defRPr>
            </a:pPr>
            <a:r>
              <a:t>Key message: algorithms were chosen to match different problem types.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41248"/>
            <a:ext cx="114300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008991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4C5F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29200" cy="20116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64008" cy="20116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73936"/>
            <a:ext cx="470916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SmartFactory applies DSA to industrial analytics.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709160" cy="13533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It demonstrates algorithmic solutions for different machine-data tasks.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029200" cy="2011680"/>
          </a:xfrm>
          <a:prstGeom prst="roundRect">
            <a:avLst/>
          </a:prstGeom>
          <a:solidFill>
            <a:srgbClr val="F1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2011680"/>
          </a:xfrm>
          <a:prstGeom prst="rect">
            <a:avLst/>
          </a:prstGeom>
          <a:solidFill>
            <a:srgbClr val="E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73936"/>
            <a:ext cx="470916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42743"/>
                </a:solidFill>
                <a:latin typeface="Aptos"/>
              </a:defRPr>
            </a:pPr>
            <a:r>
              <a:t>Connects theory with an industrial use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4709160" cy="13533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4C5F73"/>
                </a:solidFill>
                <a:latin typeface="Aptos"/>
              </a:defRPr>
            </a:pPr>
            <a:r>
              <a:t>Future scope: richer datasets, integration and measured performance comparisons.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812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Tejasree Jakka</cp:lastModifiedBy>
  <cp:revision>2</cp:revision>
  <dcterms:created xsi:type="dcterms:W3CDTF">2013-01-27T09:14:16Z</dcterms:created>
  <dcterms:modified xsi:type="dcterms:W3CDTF">2026-10-16T06:12:27Z</dcterms:modified>
  <cp:category/>
</cp:coreProperties>
</file>